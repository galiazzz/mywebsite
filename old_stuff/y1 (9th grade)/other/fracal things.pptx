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2007EC-F0EE-4BD5-A088-1DF9448D9E9D}" type="datetimeFigureOut">
              <a:rPr lang="en-US" smtClean="0"/>
              <a:t>1/13/2020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1812FF-CAD2-421B-8676-8FCE6BBEA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828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B854C-A39A-4FA4-AFB7-2250FD693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9773EB-39DB-4F21-B251-24F60AC7CB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8192E-E438-40AD-BDA6-40D5ACF3C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8DD29-79CA-42BC-80D9-54C13DECEE83}" type="datetimeFigureOut">
              <a:rPr lang="en-US" smtClean="0"/>
              <a:t>1/13/2020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E58D8-3066-41A3-8383-8B2F07F3F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6DE32-6FDE-445E-BD1F-94B582E4D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775A-4F51-4EB2-88AD-1570CAFE6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78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D27C6-2DC7-439E-8889-7BD588A6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DF92A-D72D-4399-BFD4-B74D74BC0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B5168-258E-409E-B045-316572225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8DD29-79CA-42BC-80D9-54C13DECEE83}" type="datetimeFigureOut">
              <a:rPr lang="en-US" smtClean="0"/>
              <a:t>1/13/2020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E8028-75A8-4860-B03D-C40BAEFFE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44AD8-DA58-439E-A5BC-1DE4B931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775A-4F51-4EB2-88AD-1570CAFE6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979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7270E-2231-4FEA-B82D-DED5431F9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10086-A129-4A4B-BFC4-E10A5A8EC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284E9-3ED6-46D0-9382-56244EBBE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8DD29-79CA-42BC-80D9-54C13DECEE83}" type="datetimeFigureOut">
              <a:rPr lang="en-US" smtClean="0"/>
              <a:t>1/13/2020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D7604-F481-437C-890B-27924F918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FF030-0AE7-442A-9ACF-56F84C80B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775A-4F51-4EB2-88AD-1570CAFE6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80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39DFB-3F6A-44CC-A2D0-D1A9E9875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FA661-EDE2-4812-BE5C-35B3A99C41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57A878-087C-442A-A450-865E8A936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40DD4F-BA0E-48CC-A8F4-688544FB9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8DD29-79CA-42BC-80D9-54C13DECEE83}" type="datetimeFigureOut">
              <a:rPr lang="en-US" smtClean="0"/>
              <a:t>1/13/2020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216AD7-FBD6-4951-8A54-0B227A5B6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0B3FB-A1D4-42F6-ADFB-967C5F9A0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775A-4F51-4EB2-88AD-1570CAFE6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90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DC119-9290-4644-A07D-C8F195201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0922B8-782F-4438-B5DF-D3B5949B6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9E0CF-8F49-4341-A128-94BB301E7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45D230-0EFD-4A90-9693-B6C3BB7CCF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76555F-E65E-45BE-A6CB-46D316E493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3CA748-D600-4B2C-804E-DB7C973CC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8DD29-79CA-42BC-80D9-54C13DECEE83}" type="datetimeFigureOut">
              <a:rPr lang="en-US" smtClean="0"/>
              <a:t>1/13/2020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3A4AD9-E10F-4773-BF35-F0AC58D09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F23905-9391-4409-9158-DADA5A86E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775A-4F51-4EB2-88AD-1570CAFE6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27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FF6D2-DCC7-4DC7-BB96-B9CA403C1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1D5BDF-A822-452D-9BE9-71485B920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8DD29-79CA-42BC-80D9-54C13DECEE83}" type="datetimeFigureOut">
              <a:rPr lang="en-US" smtClean="0"/>
              <a:t>1/13/2020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CED278-6823-4103-B051-72EE8A855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476BD2-F02D-4491-BEBE-5A2BC77B1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775A-4F51-4EB2-88AD-1570CAFE6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49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570BEC-0859-4CA9-B99D-D58C4A3F6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8DD29-79CA-42BC-80D9-54C13DECEE83}" type="datetimeFigureOut">
              <a:rPr lang="en-US" smtClean="0"/>
              <a:t>1/13/2020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BDB5E8-15EC-4086-A189-E6CD8A7C0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82DE8-9A2F-4F91-97F1-90385B364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775A-4F51-4EB2-88AD-1570CAFE6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442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FF-E4B4-4171-9AA1-1B7380EF8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415CB-7643-4317-BBFA-D95F60934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7A740-9EF1-4DAD-B262-95881DEA4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DD2E9B-09DB-4CBD-814C-243CFE0CA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8DD29-79CA-42BC-80D9-54C13DECEE83}" type="datetimeFigureOut">
              <a:rPr lang="en-US" smtClean="0"/>
              <a:t>1/13/2020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E83EF-1706-4D2B-95A4-402E70724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9CFA6-864B-4B06-BE0A-BA76CF0D6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775A-4F51-4EB2-88AD-1570CAFE6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39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3A45-4C52-49B7-86B3-B9C8277B0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963AF6-BCE2-4595-A58F-E0AC96DD34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CA27F9-5130-4867-B28E-DB91193453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C8276-7018-450F-BA05-FCF62BB79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8DD29-79CA-42BC-80D9-54C13DECEE83}" type="datetimeFigureOut">
              <a:rPr lang="en-US" smtClean="0"/>
              <a:t>1/13/2020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EB2E3-0237-4DEA-BB65-7E51746E5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51785-A995-402D-95D3-1A3BCE800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775A-4F51-4EB2-88AD-1570CAFE6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114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792A8-970C-4E72-B8C2-256DA994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492A14-305B-4923-A410-EF5E068CF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D4F41-9C59-479D-8B5B-A430E64DA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8DD29-79CA-42BC-80D9-54C13DECEE83}" type="datetimeFigureOut">
              <a:rPr lang="en-US" smtClean="0"/>
              <a:t>1/13/2020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E8D36-140F-4A20-A0AC-716220A66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05CFD-98BA-462B-93B8-E903732E8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775A-4F51-4EB2-88AD-1570CAFE6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15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502914-D224-4226-AA4B-A27AC04070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FD5C0A-07CF-481A-93F1-F309E8E75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4C802-1DC3-4B45-BE5D-16BC12717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8DD29-79CA-42BC-80D9-54C13DECEE83}" type="datetimeFigureOut">
              <a:rPr lang="en-US" smtClean="0"/>
              <a:t>1/13/2020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2BA6E-8E48-4B2A-B1E3-E91C21B30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C46C5-7EB5-40DE-BAB9-1FEC26B36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775A-4F51-4EB2-88AD-1570CAFE6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593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FB1AF2-30AD-4549-9508-8C41C9A5B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29894-77FE-434A-A565-7D8D6E6D9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500D2-467B-4376-A24B-CF3BE93A52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8DD29-79CA-42BC-80D9-54C13DECEE83}" type="datetimeFigureOut">
              <a:rPr lang="en-US" smtClean="0"/>
              <a:t>1/13/2020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8843C-0F5F-41F4-A569-8FC80683B9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D20C5-37A7-466A-89C8-CF0E8A28FF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2D775A-4F51-4EB2-88AD-1570CAFE6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66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slide" Target="slide1.xml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BC61989A-C0D1-4AC0-B78C-DB8E098FFE0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99112269"/>
                  </p:ext>
                </p:extLst>
              </p:nvPr>
            </p:nvGraphicFramePr>
            <p:xfrm>
              <a:off x="-1" y="3429000"/>
              <a:ext cx="6096001" cy="3429000"/>
            </p:xfrm>
            <a:graphic>
              <a:graphicData uri="http://schemas.microsoft.com/office/powerpoint/2016/slidezoom">
                <pslz:sldZm>
                  <pslz:sldZmObj sldId="256" cId="856381444">
                    <pslz:zmPr id="{BB4A2827-2F02-47CB-8B21-B083C5A3FA5D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096001" cy="3429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BC61989A-C0D1-4AC0-B78C-DB8E098FFE0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" y="3429000"/>
                <a:ext cx="6096001" cy="3429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C624A02C-04EA-4252-8366-B47F9CCBB6A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3478507"/>
                  </p:ext>
                </p:extLst>
              </p:nvPr>
            </p:nvGraphicFramePr>
            <p:xfrm>
              <a:off x="6096000" y="3429000"/>
              <a:ext cx="6096000" cy="3429000"/>
            </p:xfrm>
            <a:graphic>
              <a:graphicData uri="http://schemas.microsoft.com/office/powerpoint/2016/slidezoom">
                <pslz:sldZm>
                  <pslz:sldZmObj sldId="256" cId="856381444">
                    <pslz:zmPr id="{74F1F706-ED83-422D-B42A-11D38F065DF3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096000" cy="3429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C624A02C-04EA-4252-8366-B47F9CCBB6A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96000" y="3429000"/>
                <a:ext cx="6096000" cy="3429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Slide Zoom 8">
                <a:extLst>
                  <a:ext uri="{FF2B5EF4-FFF2-40B4-BE49-F238E27FC236}">
                    <a16:creationId xmlns:a16="http://schemas.microsoft.com/office/drawing/2014/main" id="{A8172D44-83ED-4C3A-A4DE-446392ADA66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87838447"/>
                  </p:ext>
                </p:extLst>
              </p:nvPr>
            </p:nvGraphicFramePr>
            <p:xfrm>
              <a:off x="3047999" y="0"/>
              <a:ext cx="6096001" cy="3429000"/>
            </p:xfrm>
            <a:graphic>
              <a:graphicData uri="http://schemas.microsoft.com/office/powerpoint/2016/slidezoom">
                <pslz:sldZm>
                  <pslz:sldZmObj sldId="256" cId="856381444">
                    <pslz:zmPr id="{E753840D-0F7C-4EA8-B77D-1879FB829E5D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096001" cy="3429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Slide Zoom 8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A8172D44-83ED-4C3A-A4DE-446392ADA66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999" y="0"/>
                <a:ext cx="6096001" cy="3429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6381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D61DCBC3-0D68-4715-8D20-4CEA397859B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33169862"/>
                  </p:ext>
                </p:extLst>
              </p:nvPr>
            </p:nvGraphicFramePr>
            <p:xfrm>
              <a:off x="-1" y="0"/>
              <a:ext cx="3962399" cy="6858000"/>
            </p:xfrm>
            <a:graphic>
              <a:graphicData uri="http://schemas.microsoft.com/office/powerpoint/2016/slidezoom">
                <pslz:sldZm>
                  <pslz:sldZmObj sldId="257" cId="1597273066">
                    <pslz:zmPr id="{600DB5BB-EB3C-4313-923D-EA93B0932D1D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962399" cy="6858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5" name="Slide Zoom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D61DCBC3-0D68-4715-8D20-4CEA397859B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" y="0"/>
                <a:ext cx="3962399" cy="6858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AD4912FC-D43F-4329-A9F9-86CA6AA65EE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15692141"/>
                  </p:ext>
                </p:extLst>
              </p:nvPr>
            </p:nvGraphicFramePr>
            <p:xfrm>
              <a:off x="8229600" y="0"/>
              <a:ext cx="3962400" cy="6858000"/>
            </p:xfrm>
            <a:graphic>
              <a:graphicData uri="http://schemas.microsoft.com/office/powerpoint/2016/slidezoom">
                <pslz:sldZm>
                  <pslz:sldZmObj sldId="257" cId="1597273066">
                    <pslz:zmPr id="{8503518C-D0C2-485B-BA6D-C3B1928CB722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962400" cy="6858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7" name="Slide Zoom 6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AD4912FC-D43F-4329-A9F9-86CA6AA65EE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29600" y="0"/>
                <a:ext cx="3962400" cy="6858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549C3451-CC7E-40E8-AC72-AB6001D5E68E}"/>
              </a:ext>
            </a:extLst>
          </p:cNvPr>
          <p:cNvSpPr/>
          <p:nvPr/>
        </p:nvSpPr>
        <p:spPr>
          <a:xfrm>
            <a:off x="3962398" y="0"/>
            <a:ext cx="4267202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73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26D54551-2D77-4936-9B60-E0C22A73C3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8" name="Slide Zoom 7">
                <a:extLst>
                  <a:ext uri="{FF2B5EF4-FFF2-40B4-BE49-F238E27FC236}">
                    <a16:creationId xmlns:a16="http://schemas.microsoft.com/office/drawing/2014/main" id="{5025E61D-7F6E-442D-BF30-D29F8EDDCBF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79626723"/>
                  </p:ext>
                </p:extLst>
              </p:nvPr>
            </p:nvGraphicFramePr>
            <p:xfrm rot="18667512">
              <a:off x="-424979" y="1538502"/>
              <a:ext cx="4585874" cy="2579554"/>
            </p:xfrm>
            <a:graphic>
              <a:graphicData uri="http://schemas.microsoft.com/office/powerpoint/2016/slidezoom">
                <pslz:sldZm>
                  <pslz:sldZmObj sldId="258" cId="2280693880">
                    <pslz:zmPr id="{EA36E5F8-D73A-4BCC-B68D-9593A5F9CF6E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18667512">
                          <a:off x="0" y="0"/>
                          <a:ext cx="4585874" cy="257955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8" name="Slide Zoom 7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5025E61D-7F6E-442D-BF30-D29F8EDDCBF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8667512">
                <a:off x="-424979" y="1538502"/>
                <a:ext cx="4585874" cy="257955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0" name="Slide Zoom 9">
                <a:extLst>
                  <a:ext uri="{FF2B5EF4-FFF2-40B4-BE49-F238E27FC236}">
                    <a16:creationId xmlns:a16="http://schemas.microsoft.com/office/drawing/2014/main" id="{BA82501D-A686-4E3D-ACF0-95EAC388685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38371564"/>
                  </p:ext>
                </p:extLst>
              </p:nvPr>
            </p:nvGraphicFramePr>
            <p:xfrm rot="2913595">
              <a:off x="7900119" y="1347251"/>
              <a:ext cx="4816502" cy="2709282"/>
            </p:xfrm>
            <a:graphic>
              <a:graphicData uri="http://schemas.microsoft.com/office/powerpoint/2016/slidezoom">
                <pslz:sldZm>
                  <pslz:sldZmObj sldId="258" cId="2280693880">
                    <pslz:zmPr id="{9AECC784-FDAC-486A-91E7-0F3749DB3CB4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2913595">
                          <a:off x="0" y="0"/>
                          <a:ext cx="4816502" cy="270928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0" name="Slide Zoom 9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BA82501D-A686-4E3D-ACF0-95EAC388685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2913595">
                <a:off x="7900119" y="1347251"/>
                <a:ext cx="4816502" cy="270928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0693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D8F8401-6397-494A-9CB5-D0BE0DED8798}"/>
              </a:ext>
            </a:extLst>
          </p:cNvPr>
          <p:cNvSpPr/>
          <p:nvPr/>
        </p:nvSpPr>
        <p:spPr>
          <a:xfrm>
            <a:off x="5440017" y="3962400"/>
            <a:ext cx="1311965" cy="2895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6" name="Slide Zoom 5">
                <a:extLst>
                  <a:ext uri="{FF2B5EF4-FFF2-40B4-BE49-F238E27FC236}">
                    <a16:creationId xmlns:a16="http://schemas.microsoft.com/office/drawing/2014/main" id="{B8872434-9A5F-46A5-B5D8-1D5B670E088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57948011"/>
                  </p:ext>
                </p:extLst>
              </p:nvPr>
            </p:nvGraphicFramePr>
            <p:xfrm rot="16200000">
              <a:off x="3058767" y="3782282"/>
              <a:ext cx="3048000" cy="1714500"/>
            </p:xfrm>
            <a:graphic>
              <a:graphicData uri="http://schemas.microsoft.com/office/powerpoint/2016/slidezoom">
                <pslz:sldZm>
                  <pslz:sldZmObj sldId="259" cId="3797492511">
                    <pslz:zmPr id="{09430D8A-10EC-4544-A29C-6C8E38600BD6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16200000"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6" name="Slide Zoom 5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B8872434-9A5F-46A5-B5D8-1D5B670E088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6200000">
                <a:off x="3058767" y="378228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8" name="Slide Zoom 7">
                <a:extLst>
                  <a:ext uri="{FF2B5EF4-FFF2-40B4-BE49-F238E27FC236}">
                    <a16:creationId xmlns:a16="http://schemas.microsoft.com/office/drawing/2014/main" id="{0EF136D1-B603-449F-8A8D-9EA6DCA2368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859541"/>
                  </p:ext>
                </p:extLst>
              </p:nvPr>
            </p:nvGraphicFramePr>
            <p:xfrm rot="5400000">
              <a:off x="6085232" y="3782282"/>
              <a:ext cx="3048000" cy="1714500"/>
            </p:xfrm>
            <a:graphic>
              <a:graphicData uri="http://schemas.microsoft.com/office/powerpoint/2016/slidezoom">
                <pslz:sldZm>
                  <pslz:sldZmObj sldId="259" cId="3797492511">
                    <pslz:zmPr id="{96AC5182-FBBD-48C0-98DF-9999EFF44AB0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5400000"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8" name="Slide Zoom 7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0EF136D1-B603-449F-8A8D-9EA6DCA2368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6085232" y="378228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0" name="Slide Zoom 9">
                <a:extLst>
                  <a:ext uri="{FF2B5EF4-FFF2-40B4-BE49-F238E27FC236}">
                    <a16:creationId xmlns:a16="http://schemas.microsoft.com/office/drawing/2014/main" id="{123CC00F-0507-4CEC-AAFC-0FFC0FA0770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28458433"/>
                  </p:ext>
                </p:extLst>
              </p:nvPr>
            </p:nvGraphicFramePr>
            <p:xfrm>
              <a:off x="4572000" y="2258281"/>
              <a:ext cx="3048000" cy="1714500"/>
            </p:xfrm>
            <a:graphic>
              <a:graphicData uri="http://schemas.microsoft.com/office/powerpoint/2016/slidezoom">
                <pslz:sldZm>
                  <pslz:sldZmObj sldId="259" cId="3797492511">
                    <pslz:zmPr id="{5A5A1857-B12F-4D5C-A771-A521D904C7F5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0" name="Slide Zoom 9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123CC00F-0507-4CEC-AAFC-0FFC0FA0770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72000" y="2258281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7492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Prem Matthew R</dc:creator>
  <cp:lastModifiedBy>Prem Matthew R</cp:lastModifiedBy>
  <cp:revision>6</cp:revision>
  <dcterms:created xsi:type="dcterms:W3CDTF">2020-01-13T17:21:08Z</dcterms:created>
  <dcterms:modified xsi:type="dcterms:W3CDTF">2020-01-13T20:34:29Z</dcterms:modified>
</cp:coreProperties>
</file>